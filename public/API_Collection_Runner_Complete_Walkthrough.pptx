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1: Legal Disclaimer &amp; Creator Statement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1_legal_disclaimer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zero-trust legal statement &amp; portfolio confirmation modal displayed on every page load.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2: Workspace 1: Upload &amp; Collection Presets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2_upload_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Postman collection &amp; environment JSON parser with instant JSONPlaceholder &amp; ReqRes presets.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3: Workspace 2: Execution Telemetry &amp; Runner Dashboard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3_runner_telemetry_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tree selector with multi-level checkboxes, response SLA latency charts, and live execution progress.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4: Postman-Style Environment Variables Manager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4_environment_variables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Scrollable environment key-value manager with local secret masking (password, tokens, auth keys).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5: Executable Stakeholder Presentation Deck Modal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5_stakeholder_ppt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slide viewer and 1-click native Microsoft PowerPoint (.pptx) file generator.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6: Natural Language Custom AI Test Generator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6_custom_ai_test_generator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natural language testing criteria (e.g. "Check rate limit 429 and latency &lt; 300ms") to generate JSON test rules.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7: Comprehensive AI Test Rules Suite Viewer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7_view_all_ai_test_rules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generated assertions across endpoints (HTTP status codes, latency SLAs, headers, and JSON schemas).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8: Workspace 3: Interactive Custom AI Rules Vault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8_custom_ai_rules_v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 management vault with Global, Folder, or Endpoint scope filters and custom rule badges.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9: Workspace 4: AWS Cloud Architecture &amp; AI Deep Dive</a:t>
            </a:r>
            <a:endParaRPr lang="en-US" sz="1800" dirty="0"/>
          </a:p>
        </p:txBody>
      </p:sp>
      <p:pic>
        <p:nvPicPr>
          <p:cNvPr id="3" name="Image 0" descr="C:\Users\CT0514\OneDrive - Suomen Asiakastieto Oy\sandbox\workspaces\runner\scratch\screenshots\09_aws_cloud_ai_deepd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046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0" y="1097280"/>
            <a:ext cx="3017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AWS Cloud production architecture, CloudFormation IaC spec, and AI/Agentic AI execution loop deep dive.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Collection Runner Walkthrough | Ved Tripathi (vedmtripathi@gmail.com)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Collection Runner - Complete Application Walkthrough</dc:title>
  <dc:subject>PptxGenJS Presentation</dc:subject>
  <dc:creator>Ved Tripathi</dc:creator>
  <cp:lastModifiedBy>Ved Tripathi</cp:lastModifiedBy>
  <cp:revision>1</cp:revision>
  <dcterms:created xsi:type="dcterms:W3CDTF">2026-07-22T15:26:38Z</dcterms:created>
  <dcterms:modified xsi:type="dcterms:W3CDTF">2026-07-22T15:26:38Z</dcterms:modified>
</cp:coreProperties>
</file>